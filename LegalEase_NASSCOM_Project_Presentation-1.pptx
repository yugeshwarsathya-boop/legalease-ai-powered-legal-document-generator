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LegalEase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AI-Powered Legal Document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NASSCOM Team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Legal documents can be difficult to prepare because they often require legal knowledge, correct structure, and careful wording.</a:t>
            </a:r>
          </a:p>
          <a:p>
            <a:pPr>
              <a:spcAft>
                <a:spcPts val="1000"/>
              </a:spcAft>
              <a:defRPr sz="2100"/>
            </a:pPr>
          </a:p>
          <a:p>
            <a:pPr>
              <a:spcAft>
                <a:spcPts val="1000"/>
              </a:spcAft>
              <a:defRPr sz="2100"/>
            </a:pPr>
            <a:r>
              <a:t>LegalEase is an AI-powered application designed to help users generate structured legal documents quickly and easily.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• Users may not know the correct format for legal documents</a:t>
            </a:r>
          </a:p>
          <a:p>
            <a:pPr>
              <a:spcAft>
                <a:spcPts val="1000"/>
              </a:spcAft>
              <a:defRPr sz="2100"/>
            </a:pPr>
            <a:r>
              <a:t>• Professional legal drafting can be time-consuming</a:t>
            </a:r>
          </a:p>
          <a:p>
            <a:pPr>
              <a:spcAft>
                <a:spcPts val="1000"/>
              </a:spcAft>
              <a:defRPr sz="2100"/>
            </a:pPr>
            <a:r>
              <a:t>• Small mistakes in wording or structure can create confusion</a:t>
            </a:r>
          </a:p>
          <a:p>
            <a:pPr>
              <a:spcAft>
                <a:spcPts val="1000"/>
              </a:spcAft>
              <a:defRPr sz="2100"/>
            </a:pPr>
            <a:r>
              <a:t>• Access to simple legal-document drafting tools is limited for many users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• Generate legal documents from simple user inputs</a:t>
            </a:r>
          </a:p>
          <a:p>
            <a:pPr>
              <a:spcAft>
                <a:spcPts val="1000"/>
              </a:spcAft>
              <a:defRPr sz="2100"/>
            </a:pPr>
            <a:r>
              <a:t>• Provide a user-friendly document creation process</a:t>
            </a:r>
          </a:p>
          <a:p>
            <a:pPr>
              <a:spcAft>
                <a:spcPts val="1000"/>
              </a:spcAft>
              <a:defRPr sz="2100"/>
            </a:pPr>
            <a:r>
              <a:t>• Reduce drafting time</a:t>
            </a:r>
          </a:p>
          <a:p>
            <a:pPr>
              <a:spcAft>
                <a:spcPts val="1000"/>
              </a:spcAft>
              <a:defRPr sz="2100"/>
            </a:pPr>
            <a:r>
              <a:t>• Maintain a consistent document structure</a:t>
            </a:r>
          </a:p>
          <a:p>
            <a:pPr>
              <a:spcAft>
                <a:spcPts val="1000"/>
              </a:spcAft>
              <a:defRPr sz="2100"/>
            </a:pPr>
            <a:r>
              <a:t>• Use AI to assist with clear and relevant wording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LegalEase collects important details from the user and uses an AI model to generate a draft document.</a:t>
            </a:r>
          </a:p>
          <a:p>
            <a:pPr>
              <a:spcAft>
                <a:spcPts val="1000"/>
              </a:spcAft>
              <a:defRPr sz="2100"/>
            </a:pPr>
          </a:p>
          <a:p>
            <a:pPr>
              <a:spcAft>
                <a:spcPts val="1000"/>
              </a:spcAft>
              <a:defRPr sz="2100"/>
            </a:pPr>
            <a:r>
              <a:t>The generated draft can then be reviewed and edited by the user before 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• Simple form-based input</a:t>
            </a:r>
          </a:p>
          <a:p>
            <a:pPr>
              <a:spcAft>
                <a:spcPts val="1000"/>
              </a:spcAft>
              <a:defRPr sz="2100"/>
            </a:pPr>
            <a:r>
              <a:t>• AI-assisted legal document generation</a:t>
            </a:r>
          </a:p>
          <a:p>
            <a:pPr>
              <a:spcAft>
                <a:spcPts val="1000"/>
              </a:spcAft>
              <a:defRPr sz="2100"/>
            </a:pPr>
            <a:r>
              <a:t>• Multiple document templates</a:t>
            </a:r>
          </a:p>
          <a:p>
            <a:pPr>
              <a:spcAft>
                <a:spcPts val="1000"/>
              </a:spcAft>
              <a:defRPr sz="2100"/>
            </a:pPr>
            <a:r>
              <a:t>• Editable generated content</a:t>
            </a:r>
          </a:p>
          <a:p>
            <a:pPr>
              <a:spcAft>
                <a:spcPts val="1000"/>
              </a:spcAft>
              <a:defRPr sz="2100"/>
            </a:pPr>
            <a:r>
              <a:t>• Download / copy generated document</a:t>
            </a:r>
          </a:p>
          <a:p>
            <a:pPr>
              <a:spcAft>
                <a:spcPts val="1000"/>
              </a:spcAft>
              <a:defRPr sz="2100"/>
            </a:pPr>
            <a:r>
              <a:t>• Clear and organized interface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1. User selects the required document type</a:t>
            </a:r>
          </a:p>
          <a:p>
            <a:pPr>
              <a:spcAft>
                <a:spcPts val="1000"/>
              </a:spcAft>
              <a:defRPr sz="2100"/>
            </a:pPr>
            <a:r>
              <a:t>2. User enters relevant information</a:t>
            </a:r>
          </a:p>
          <a:p>
            <a:pPr>
              <a:spcAft>
                <a:spcPts val="1000"/>
              </a:spcAft>
              <a:defRPr sz="2100"/>
            </a:pPr>
            <a:r>
              <a:t>3. AI processes the inputs</a:t>
            </a:r>
          </a:p>
          <a:p>
            <a:pPr>
              <a:spcAft>
                <a:spcPts val="1000"/>
              </a:spcAft>
              <a:defRPr sz="2100"/>
            </a:pPr>
            <a:r>
              <a:t>4. LegalEase generates a structured draft</a:t>
            </a:r>
          </a:p>
          <a:p>
            <a:pPr>
              <a:spcAft>
                <a:spcPts val="1000"/>
              </a:spcAft>
              <a:defRPr sz="2100"/>
            </a:pPr>
            <a:r>
              <a:t>5. User reviews and edits the draft</a:t>
            </a:r>
          </a:p>
          <a:p>
            <a:pPr>
              <a:spcAft>
                <a:spcPts val="1000"/>
              </a:spcAft>
              <a:defRPr sz="2100"/>
            </a:pPr>
            <a:r>
              <a:t>6. Final document can be saved or downloaded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• Frontend: HTML, CSS, JavaScript / React</a:t>
            </a:r>
          </a:p>
          <a:p>
            <a:pPr>
              <a:spcAft>
                <a:spcPts val="1000"/>
              </a:spcAft>
              <a:defRPr sz="2100"/>
            </a:pPr>
            <a:r>
              <a:t>• Backend: Python / Node.js</a:t>
            </a:r>
          </a:p>
          <a:p>
            <a:pPr>
              <a:spcAft>
                <a:spcPts val="1000"/>
              </a:spcAft>
              <a:defRPr sz="2100"/>
            </a:pPr>
            <a:r>
              <a:t>• AI: Google Gemini API</a:t>
            </a:r>
          </a:p>
          <a:p>
            <a:pPr>
              <a:spcAft>
                <a:spcPts val="1000"/>
              </a:spcAft>
              <a:defRPr sz="2100"/>
            </a:pPr>
            <a:r>
              <a:t>• Database: Firebase / MongoDB (if required)</a:t>
            </a:r>
          </a:p>
          <a:p>
            <a:pPr>
              <a:spcAft>
                <a:spcPts val="1000"/>
              </a:spcAft>
              <a:defRPr sz="2100"/>
            </a:pPr>
            <a:r>
              <a:t>• Deployment: Cloud-based hosting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Benefits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Benefits:</a:t>
            </a:r>
          </a:p>
          <a:p>
            <a:pPr>
              <a:spcAft>
                <a:spcPts val="1000"/>
              </a:spcAft>
              <a:defRPr sz="2100"/>
            </a:pPr>
            <a:r>
              <a:t>• Saves time and effort</a:t>
            </a:r>
          </a:p>
          <a:p>
            <a:pPr>
              <a:spcAft>
                <a:spcPts val="1000"/>
              </a:spcAft>
              <a:defRPr sz="2100"/>
            </a:pPr>
            <a:r>
              <a:t>• Easy for beginners to use</a:t>
            </a:r>
          </a:p>
          <a:p>
            <a:pPr>
              <a:spcAft>
                <a:spcPts val="1000"/>
              </a:spcAft>
              <a:defRPr sz="2100"/>
            </a:pPr>
            <a:r>
              <a:t>• Helps create consistent drafts</a:t>
            </a:r>
          </a:p>
          <a:p>
            <a:pPr>
              <a:spcAft>
                <a:spcPts val="1000"/>
              </a:spcAft>
              <a:defRPr sz="2100"/>
            </a:pPr>
          </a:p>
          <a:p>
            <a:pPr>
              <a:spcAft>
                <a:spcPts val="1000"/>
              </a:spcAft>
              <a:defRPr sz="2100"/>
            </a:pPr>
            <a:r>
              <a:t>Future Scope:</a:t>
            </a:r>
          </a:p>
          <a:p>
            <a:pPr>
              <a:spcAft>
                <a:spcPts val="1000"/>
              </a:spcAft>
              <a:defRPr sz="2100"/>
            </a:pPr>
            <a:r>
              <a:t>• More legal document templates</a:t>
            </a:r>
          </a:p>
          <a:p>
            <a:pPr>
              <a:spcAft>
                <a:spcPts val="1000"/>
              </a:spcAft>
              <a:defRPr sz="2100"/>
            </a:pPr>
            <a:r>
              <a:t>• Multilingual document generation</a:t>
            </a:r>
          </a:p>
          <a:p>
            <a:pPr>
              <a:spcAft>
                <a:spcPts val="1000"/>
              </a:spcAft>
              <a:defRPr sz="2100"/>
            </a:pPr>
            <a:r>
              <a:t>• Document history and cloud storage</a:t>
            </a:r>
          </a:p>
          <a:p>
            <a:pPr>
              <a:spcAft>
                <a:spcPts val="1000"/>
              </a:spcAft>
              <a:defRPr sz="2100"/>
            </a:pPr>
            <a:r>
              <a:t>• Lawyer review / verification workflow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LegalEase combines AI with a simple user interface to make legal-document drafting more accessible.</a:t>
            </a:r>
          </a:p>
          <a:p>
            <a:pPr>
              <a:spcAft>
                <a:spcPts val="1000"/>
              </a:spcAft>
              <a:defRPr sz="2100"/>
            </a:pPr>
          </a:p>
          <a:p>
            <a:pPr>
              <a:spcAft>
                <a:spcPts val="1000"/>
              </a:spcAft>
              <a:defRPr sz="2100"/>
            </a:pPr>
            <a:r>
              <a:t>It is intended as a drafting assistant, not a replacement for professional legal advice.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